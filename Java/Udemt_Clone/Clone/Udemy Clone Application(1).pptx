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68" r:id="rId4"/>
    <p:sldId id="269" r:id="rId5"/>
    <p:sldId id="272" r:id="rId6"/>
    <p:sldId id="273" r:id="rId7"/>
    <p:sldId id="274" r:id="rId8"/>
    <p:sldId id="266" r:id="rId9"/>
    <p:sldId id="270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106" autoAdjust="0"/>
  </p:normalViewPr>
  <p:slideViewPr>
    <p:cSldViewPr snapToGrid="0">
      <p:cViewPr>
        <p:scale>
          <a:sx n="50" d="100"/>
          <a:sy n="50" d="100"/>
        </p:scale>
        <p:origin x="2910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8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0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conducting research, it is easy to go to one source: Wikipedia.  However, you need to include a variety of sources in your research. Consider the following sources: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Who can I interview to get more information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 topic current and will it be relevant to my audience?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articles, blogs, and magazines may have something related to my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there a YouTube video on the topic? If so, what is it about?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What images can I find related to the topic?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Once you find your sources, you will want to evaluate your sources using the following questions: </a:t>
            </a:r>
          </a:p>
          <a:p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Author: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Who is the author?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Why should I believe what he or she has to say on the topic?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author seen as an expert on the topic? How do you know?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Current: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How current is the information in the source?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When was the source published?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out-of-date?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latin typeface="Segoe UI" panose="020B0502040204020203" pitchFamily="34" charset="0"/>
                <a:cs typeface="Segoe UI" panose="020B0502040204020203" pitchFamily="34" charset="0"/>
              </a:rPr>
              <a:t>Accuracy: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content accurate?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>
                <a:latin typeface="Segoe UI" panose="020B0502040204020203" pitchFamily="34" charset="0"/>
                <a:cs typeface="Segoe UI" panose="020B0502040204020203" pitchFamily="34" charset="0"/>
              </a:rPr>
              <a:t>Is the information presented objectively?  Do they share the pros and cons?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svg" /><Relationship Id="rId5" Type="http://schemas.openxmlformats.org/officeDocument/2006/relationships/image" Target="../media/image3.png" /><Relationship Id="rId10" Type="http://schemas.openxmlformats.org/officeDocument/2006/relationships/image" Target="../media/image8.svg" /><Relationship Id="rId4" Type="http://schemas.openxmlformats.org/officeDocument/2006/relationships/image" Target="../media/image2.svg" /><Relationship Id="rId9" Type="http://schemas.openxmlformats.org/officeDocument/2006/relationships/image" Target="../media/image7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4522156"/>
            <a:ext cx="5609222" cy="1363215"/>
          </a:xfrm>
        </p:spPr>
        <p:txBody>
          <a:bodyPr anchor="t">
            <a:norm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sz="4000" kern="1200" dirty="0">
                <a:solidFill>
                  <a:srgbClr val="FFFFFF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Udemy Clone Application</a:t>
            </a:r>
            <a:endParaRPr lang="en-IN" sz="4000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945418"/>
            <a:ext cx="5609221" cy="593932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/>
              <a:t>A Personalized Learning Platform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BBC9C1-9C10-20EC-A889-0BC0254EAB66}"/>
              </a:ext>
            </a:extLst>
          </p:cNvPr>
          <p:cNvSpPr txBox="1"/>
          <p:nvPr/>
        </p:nvSpPr>
        <p:spPr>
          <a:xfrm>
            <a:off x="4654294" y="5321609"/>
            <a:ext cx="5918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Name: Jenil Girish Rathod</a:t>
            </a:r>
          </a:p>
          <a:p>
            <a:r>
              <a:rPr lang="en-IN" sz="2000" dirty="0"/>
              <a:t>Roll No.: T212009		Div: B		Class: T.E.</a:t>
            </a:r>
          </a:p>
          <a:p>
            <a:r>
              <a:rPr lang="en-IN" sz="2000" dirty="0"/>
              <a:t>College: Zeal College Of Engineering and Research </a:t>
            </a:r>
          </a:p>
        </p:txBody>
      </p:sp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3FF9-E203-1BA4-8870-AFBE83B4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50140-EBD5-0AC8-5C48-863F0AF22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9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E627FF8-C401-3849-BA88-E0B44C496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7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50A2E8-681B-086C-307B-14604D23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82ABE79-71E9-18F7-BAD6-417E5D9A3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45776"/>
            <a:ext cx="9245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to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Udemy Clone Application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personal learning where users can: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and create accounts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and access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 and purchase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reviews for completed courses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and manage purchased courses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9B5E05D4-52B7-C2CE-8C05-B0BAEFDDF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3F057924-E2A4-E07D-F464-A58C50106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10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82273"/>
            <a:ext cx="10515600" cy="1325563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Features of the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FE245-CBB2-6BF1-298B-2E160A6EED42}"/>
              </a:ext>
            </a:extLst>
          </p:cNvPr>
          <p:cNvSpPr txBox="1"/>
          <p:nvPr/>
        </p:nvSpPr>
        <p:spPr>
          <a:xfrm>
            <a:off x="1092200" y="1507836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4000" dirty="0"/>
              <a:t> User Registration &amp; Login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Course Viewing &amp; Purchase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Review and Ratings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Secure Payment Options</a:t>
            </a:r>
          </a:p>
          <a:p>
            <a:pPr>
              <a:buFont typeface="+mj-lt"/>
              <a:buAutoNum type="arabicPeriod"/>
            </a:pPr>
            <a:r>
              <a:rPr lang="en-US" sz="4000" dirty="0"/>
              <a:t> User Dashboard</a:t>
            </a:r>
          </a:p>
        </p:txBody>
      </p:sp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BD0A42-B011-4DBF-B5CD-6718A97E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C280F-8498-8AF3-B03D-7F41AA73708C}"/>
              </a:ext>
            </a:extLst>
          </p:cNvPr>
          <p:cNvSpPr txBox="1"/>
          <p:nvPr/>
        </p:nvSpPr>
        <p:spPr>
          <a:xfrm>
            <a:off x="1422400" y="1614488"/>
            <a:ext cx="9347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Programming Language:</a:t>
            </a:r>
            <a:r>
              <a:rPr lang="en-IN" sz="2400" dirty="0"/>
              <a:t>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Database Management:</a:t>
            </a:r>
            <a:r>
              <a:rPr lang="en-IN" sz="2400" dirty="0"/>
              <a:t> MySQL, JDBC (Java Database Connectivity)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User Input Handling:</a:t>
            </a:r>
            <a:r>
              <a:rPr lang="en-IN" sz="2400" dirty="0"/>
              <a:t> Scanner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Object-Oriented Concepts: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Encapsulation, Inheritance, Polymorphism, Abstraction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Design Patterns: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Singleton Pattern (Database Connection)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Factory Pattern (Can be applied for object creation)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Security Considerations: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Password hashing for authentication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Use of Prepared Statements to prevent SQL Injection</a:t>
            </a:r>
          </a:p>
        </p:txBody>
      </p:sp>
    </p:spTree>
    <p:extLst>
      <p:ext uri="{BB962C8B-B14F-4D97-AF65-F5344CB8AC3E}">
        <p14:creationId xmlns:p14="http://schemas.microsoft.com/office/powerpoint/2010/main" val="212758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B9E9-89D0-00FE-91CE-1741B2AD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Code Structure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504B8-5627-ADD1-8F3A-B6893753D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1219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Class: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UdemyCloneApp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Classes: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registration, login, and user data)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Course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(Displays courses and manages purchases)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Review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reviews and ratings)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(Stores data)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PaymentProcessor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(Handles payments)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5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1604-0ED6-763B-3BB8-02DD9E8D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0515600" cy="1325563"/>
          </a:xfrm>
        </p:spPr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Class Structure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7E9658-10F2-C9C7-95B3-B683155234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100" y="1690688"/>
            <a:ext cx="60960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UdemyCloneApp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(Main Class)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the main menu and user interactions.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user registration, login, and course browsing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UserBase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(Abstract Class)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base attributes for users.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common user-related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User (Extends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UserBase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user details (ID, name, email, password).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registration, login, and course tracking.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Interacts with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for user authentication.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Course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course details (ID, title, domain, description, price, rating).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course information.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course purchases.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8A41B-F5CE-5BAF-FB39-B32430AC7253}"/>
              </a:ext>
            </a:extLst>
          </p:cNvPr>
          <p:cNvSpPr txBox="1"/>
          <p:nvPr/>
        </p:nvSpPr>
        <p:spPr>
          <a:xfrm>
            <a:off x="6096000" y="1690688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Review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add and view course reviews.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review details 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Payment (Interface)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the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processPayment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for different payment types.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PaymentProcessor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(Implements Payment)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course payment transactions.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payment methods and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Discount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applicable discount values from the database.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Validates coupon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Database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database connections and SQL queries.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methods for inserting, updating, selecting, and deleting records.</a:t>
            </a:r>
          </a:p>
        </p:txBody>
      </p:sp>
    </p:spTree>
    <p:extLst>
      <p:ext uri="{BB962C8B-B14F-4D97-AF65-F5344CB8AC3E}">
        <p14:creationId xmlns:p14="http://schemas.microsoft.com/office/powerpoint/2010/main" val="330553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7B7A-57BC-9104-9903-EFA665C4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D7FC955-4062-0DDB-FC5B-1A3038D77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16"/>
          <a:stretch/>
        </p:blipFill>
        <p:spPr>
          <a:xfrm>
            <a:off x="0" y="1"/>
            <a:ext cx="12192000" cy="6858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A812DA-B206-74BE-F3B2-9DB1AD7445C4}"/>
              </a:ext>
            </a:extLst>
          </p:cNvPr>
          <p:cNvSpPr txBox="1"/>
          <p:nvPr/>
        </p:nvSpPr>
        <p:spPr>
          <a:xfrm>
            <a:off x="6400800" y="381575"/>
            <a:ext cx="464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426303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31205C-F025-D909-9A32-27A4C820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42C8342-E07B-7E2F-9EE2-8EF6968EF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6"/>
            <a:ext cx="12192000" cy="6821714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11E04F-2C32-70E1-F9ED-1ABC7F27D97F}"/>
              </a:ext>
            </a:extLst>
          </p:cNvPr>
          <p:cNvSpPr txBox="1"/>
          <p:nvPr/>
        </p:nvSpPr>
        <p:spPr>
          <a:xfrm>
            <a:off x="228600" y="643185"/>
            <a:ext cx="35589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EA5963-A32B-768D-0486-7815996B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AD1A376-20A8-0140-B163-6307B4575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50" y="1690688"/>
            <a:ext cx="1148715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Integration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Expand to mobile platforms for better accessibility.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Notifications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Push notifications for updates and promotions.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Recommendations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Personalized course suggestions.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Payment Options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 for multiple payment methods and cryptocurrencies.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Classes &amp; Webinars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streaming of classes and sessions.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Badges, achievements, and leaderboards.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Global reach with multi-language options.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Learning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Forums, groups, and peer interaction.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 Model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Unlimited access via subscription.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Course Creation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Tools for instructors to generate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D80F-1D52-AF44-48DC-7CD9278C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69ED0-A8AD-D51E-C206-6261D51F4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0039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win32_fixed.potx" id="{FFA6945E-0D2E-49A3-B8AE-0157B47B7617}" vid="{3D53E5D5-FE42-40E3-89B4-70F55FAC32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68</TotalTime>
  <Words>729</Words>
  <Application>Microsoft Office PowerPoint</Application>
  <PresentationFormat>Widescreen</PresentationFormat>
  <Paragraphs>110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Udemy Clone Application</vt:lpstr>
      <vt:lpstr>Introduction</vt:lpstr>
      <vt:lpstr>Features of the Application</vt:lpstr>
      <vt:lpstr>Technologies Used</vt:lpstr>
      <vt:lpstr>Code Structure Overview</vt:lpstr>
      <vt:lpstr>Class Structure Overview</vt:lpstr>
      <vt:lpstr>PowerPoint Presentation</vt:lpstr>
      <vt:lpstr>PowerPoint Presentation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Udemy Clone Application</dc:title>
  <dc:creator>Jenil Rathod</dc:creator>
  <cp:lastModifiedBy>Jenil Rathod</cp:lastModifiedBy>
  <cp:revision>2</cp:revision>
  <dcterms:created xsi:type="dcterms:W3CDTF">2025-01-30T17:24:55Z</dcterms:created>
  <dcterms:modified xsi:type="dcterms:W3CDTF">2025-01-31T00:48:00Z</dcterms:modified>
</cp:coreProperties>
</file>